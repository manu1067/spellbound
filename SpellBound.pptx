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FCF3D-57E9-4977-A3AE-2A31541722C1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6EF23-E202-440A-B436-0865DDCEE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6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6EF23-E202-440A-B436-0865DDCEE04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487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7FC6-66FA-A065-A911-676CC698D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E38CF-BE82-D070-10F7-824415CB3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9C12F-5F29-1A68-D77E-271AA47D7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74C5D-FBC4-137F-0B43-3F0A4EA5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078F3-22E2-AEB2-1F3D-C86FAC24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84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72D01-0B60-B958-2ED3-B78AE1A5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D7FD-3103-BB81-87BA-D1B39B6DF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72912-EA00-0298-1EE6-E31FA627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4964-8014-CA6C-1FA6-256118F2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EB016-1136-50B5-FF84-6EDA0ED5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3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D729-2BD2-FAF0-8CAF-7D18A019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C41DA-69EA-1F12-CCC2-2129CB451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9FD88-BC0E-D423-CD92-720145E0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8B557-A5DB-EF7E-1D54-4C0121F8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8DB24-634A-07C5-82D1-77283AE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52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8D51-F4DA-4308-9048-634710B8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7BB78-A257-DFA5-6C2D-14F672E25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D85AF-1842-4F4F-26F3-FEC29F42F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E10F2-B5E0-7FF5-B183-83196B8D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6D539-6C4A-0CA5-0381-2AC48F7A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E8077-F29B-6328-134B-4B97CD90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76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9393-5C85-0F3D-D8A4-741CB768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8C0A0-9A78-541E-808E-6BEBC13CF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79741-23CE-E35A-244F-9BB686467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D57BF-5189-88F2-B9ED-88FAA6C56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AEEAB-70E6-6E40-27DB-4BBA6EFEC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D7865-CE34-8B00-4671-57C76EBC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037BB-72F9-C783-413E-7B22C1E4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783BE-B9A6-47B7-AC80-E5B4C1BB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531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648E-F80F-3370-69D3-2A3A423C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6BD16-4236-4B88-C632-089A6155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535BD-F1EA-68E5-D8F3-885D7DF8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55DF5-7614-B2FE-33DD-B1265273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2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DF615-8B84-EFD1-1DA0-E1BD6CC7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1CBF-1D6C-1679-4A1E-A4A70DE6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02A4C-8B6A-68E7-9487-6EFCE961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BF66-9CDE-E42C-0922-C9AD3C1D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6F53-9C06-6D1A-60D9-F72F6D43B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AFF5E-575C-FAE6-99B1-98EF59254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00CAF-F5EA-FCD0-8A04-114D8FFC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0F641-A85A-2C47-087D-4A38F663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35EF0-680A-D06A-D123-F786BBC3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39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C14B-A275-F072-1CDD-50370CCE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19962C-4F23-AA93-D9C9-DBDFFB9F2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86494-2C9B-D125-3EDB-FAE32FDFC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497FE-3791-55D5-574B-9E42898C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E3095-C21A-EBD1-DC6F-58D5BDFE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131C5-77A9-EDB6-2CBD-1EC2C561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7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AAD4-2573-9C43-72E1-C7D2D364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7E2A9-8B1A-F26A-D6EC-6F3CCFD40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AC6CB-684D-E30C-87AA-6E50FF09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95790-025D-D4FA-96DC-F345A16E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8AF29-B50F-06F7-4015-E7AA11FA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12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1A361-21FE-41E7-F577-30C66B586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C9E78-A6A3-E933-324D-03D4FECAB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9455E-5C8C-0875-BA6D-67C3E5E7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95253-5BDC-5CEC-B634-CEA9796D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E1614-1338-A82E-1A71-ED98D30A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06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542A3-8036-DC1A-6F50-7CE77B5A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6FC1E-1909-7628-CF17-B885EF5FB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40C6-EEDF-C56B-D15B-718A09F06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B67A7-FBC6-4D9E-9EA9-CD9A7A45535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44636-8C19-75F1-3B3F-CCB200812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3816D-2F36-B2D7-5985-AA49AA904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6CEDC-4BCA-4C63-94E1-57AFFA3AA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49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3382-9CAF-22BE-D959-5DF78A110B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9418-80A6-87F5-D758-77AC69F25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E1B52-284D-0227-6CEF-76BF85867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21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2B568-FAEF-724D-916C-5B7E3B7CB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071" y="-98323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28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FD62DD-B9F5-45AB-4D65-75A6A80F3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50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2A8BEE-9374-8A6D-53BE-689BB1E33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2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41B17-ADBC-9E9E-AE6A-D6CB93CFB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8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D531D-7B34-6BD8-0F84-F5FB7CDF1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11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CC53A8-34FF-9F20-B845-652188298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9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5EFA1D-DCE7-A9E2-9D44-18A0DAD74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90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</TotalTime>
  <Words>1</Words>
  <Application>Microsoft Office PowerPoint</Application>
  <PresentationFormat>Widescreen</PresentationFormat>
  <Paragraphs>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roshnavidevi manne</dc:creator>
  <cp:lastModifiedBy>roshnavidevi manne</cp:lastModifiedBy>
  <cp:revision>3</cp:revision>
  <dcterms:created xsi:type="dcterms:W3CDTF">2026-10-24T20:33:35Z</dcterms:created>
  <dcterms:modified xsi:type="dcterms:W3CDTF">2026-10-26T07:15:46Z</dcterms:modified>
</cp:coreProperties>
</file>